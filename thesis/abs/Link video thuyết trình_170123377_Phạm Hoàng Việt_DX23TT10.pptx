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135F-8401-4D4A-96A9-867E1B621BA1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7855-95CD-4197-A554-92E86C5B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14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135F-8401-4D4A-96A9-867E1B621BA1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7855-95CD-4197-A554-92E86C5B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86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135F-8401-4D4A-96A9-867E1B621BA1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7855-95CD-4197-A554-92E86C5B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55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135F-8401-4D4A-96A9-867E1B621BA1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7855-95CD-4197-A554-92E86C5B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135F-8401-4D4A-96A9-867E1B621BA1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7855-95CD-4197-A554-92E86C5B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39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135F-8401-4D4A-96A9-867E1B621BA1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7855-95CD-4197-A554-92E86C5B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22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135F-8401-4D4A-96A9-867E1B621BA1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7855-95CD-4197-A554-92E86C5B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63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135F-8401-4D4A-96A9-867E1B621BA1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7855-95CD-4197-A554-92E86C5B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135F-8401-4D4A-96A9-867E1B621BA1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7855-95CD-4197-A554-92E86C5B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03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135F-8401-4D4A-96A9-867E1B621BA1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7855-95CD-4197-A554-92E86C5B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833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7135F-8401-4D4A-96A9-867E1B621BA1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7855-95CD-4197-A554-92E86C5B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8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135F-8401-4D4A-96A9-867E1B621BA1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57855-95CD-4197-A554-92E86C5BB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78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2177" y="1122363"/>
            <a:ext cx="9955823" cy="2387600"/>
          </a:xfrm>
        </p:spPr>
        <p:txBody>
          <a:bodyPr/>
          <a:lstStyle/>
          <a:p>
            <a:r>
              <a:rPr lang="en-US" dirty="0" smtClean="0"/>
              <a:t>Link video thuyết trình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/>
            <a:r>
              <a:rPr lang="en-US" sz="2800" dirty="0" smtClean="0"/>
              <a:t>https://drive.google.com/file/d/1g1jgJ-k5_deI2oXO8qThnHO0CfFy6wtA/view?usp=drive_link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8601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Link video thuyết trình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 video thuyết trình</dc:title>
  <dc:creator>Pham Viet</dc:creator>
  <cp:lastModifiedBy>Pham Viet</cp:lastModifiedBy>
  <cp:revision>1</cp:revision>
  <dcterms:created xsi:type="dcterms:W3CDTF">2026-06-02T10:27:58Z</dcterms:created>
  <dcterms:modified xsi:type="dcterms:W3CDTF">2026-06-02T09:54:05Z</dcterms:modified>
</cp:coreProperties>
</file>